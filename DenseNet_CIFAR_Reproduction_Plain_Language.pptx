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2aa2fcd774ef1" /><Relationship Type="http://schemas.openxmlformats.org/officeDocument/2006/relationships/extended-properties" Target="/docProps/app.xml" Id="Reabf299a15684571" /><Relationship Type="http://schemas.openxmlformats.org/officeDocument/2006/relationships/officeDocument" Target="/ppt/presentation.xml" Id="R614954d1cc73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2a3f776354eb2"/>
  </p:sldMasterIdLst>
  <p:notesMasterIdLst>
    <p:notesMasterId xmlns:r="http://schemas.openxmlformats.org/officeDocument/2006/relationships" r:id="R47e31149ecd14aa6"/>
  </p:notesMasterIdLst>
  <p:sldIdLst>
    <p:sldId xmlns:r="http://schemas.openxmlformats.org/officeDocument/2006/relationships" id="256" r:id="Ra1c3c494e3414788"/>
    <p:sldId xmlns:r="http://schemas.openxmlformats.org/officeDocument/2006/relationships" id="257" r:id="R774eeba497444429"/>
    <p:sldId xmlns:r="http://schemas.openxmlformats.org/officeDocument/2006/relationships" id="258" r:id="R9b3251d72cb9462b"/>
    <p:sldId xmlns:r="http://schemas.openxmlformats.org/officeDocument/2006/relationships" id="259" r:id="R953ce8a04a81412f"/>
    <p:sldId xmlns:r="http://schemas.openxmlformats.org/officeDocument/2006/relationships" id="260" r:id="Rc8b8d6c809ec4adb"/>
    <p:sldId xmlns:r="http://schemas.openxmlformats.org/officeDocument/2006/relationships" id="261" r:id="R45863629379d46cf"/>
    <p:sldId xmlns:r="http://schemas.openxmlformats.org/officeDocument/2006/relationships" id="262" r:id="Rfa21a324e5ef4a2c"/>
    <p:sldId xmlns:r="http://schemas.openxmlformats.org/officeDocument/2006/relationships" id="263" r:id="R2013d21cd4a44961"/>
    <p:sldId xmlns:r="http://schemas.openxmlformats.org/officeDocument/2006/relationships" id="264" r:id="Rc9d10775202641b2"/>
    <p:sldId xmlns:r="http://schemas.openxmlformats.org/officeDocument/2006/relationships" id="265" r:id="R3cb864db74ec4021"/>
    <p:sldId xmlns:r="http://schemas.openxmlformats.org/officeDocument/2006/relationships" id="266" r:id="R4c7f7eeb56e84875"/>
    <p:sldId xmlns:r="http://schemas.openxmlformats.org/officeDocument/2006/relationships" id="267" r:id="R1ef9e847294e41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31b28dfc64c62" /><Relationship Type="http://schemas.openxmlformats.org/officeDocument/2006/relationships/slideMaster" Target="/ppt/slideMasters/slideMaster1.xml" Id="Rd6c2a3f776354eb2" /><Relationship Type="http://schemas.openxmlformats.org/officeDocument/2006/relationships/notesMaster" Target="/ppt/notesMasters/notesMaster1.xml" Id="R47e31149ecd14aa6" /><Relationship Type="http://schemas.openxmlformats.org/officeDocument/2006/relationships/presProps" Target="/ppt/presProps.xml" Id="R6779590c09dc4d22" /><Relationship Type="http://schemas.openxmlformats.org/officeDocument/2006/relationships/tableStyles" Target="/ppt/tableStyles.xml" Id="Re70ad76d7f0e4021" /><Relationship Type="http://schemas.openxmlformats.org/officeDocument/2006/relationships/slide" Target="/ppt/slides/slide1.xml" Id="Ra1c3c494e3414788" /><Relationship Type="http://schemas.openxmlformats.org/officeDocument/2006/relationships/slide" Target="/ppt/slides/slide2.xml" Id="R774eeba497444429" /><Relationship Type="http://schemas.openxmlformats.org/officeDocument/2006/relationships/slide" Target="/ppt/slides/slide3.xml" Id="R9b3251d72cb9462b" /><Relationship Type="http://schemas.openxmlformats.org/officeDocument/2006/relationships/slide" Target="/ppt/slides/slide4.xml" Id="R953ce8a04a81412f" /><Relationship Type="http://schemas.openxmlformats.org/officeDocument/2006/relationships/slide" Target="/ppt/slides/slide5.xml" Id="Rc8b8d6c809ec4adb" /><Relationship Type="http://schemas.openxmlformats.org/officeDocument/2006/relationships/slide" Target="/ppt/slides/slide6.xml" Id="R45863629379d46cf" /><Relationship Type="http://schemas.openxmlformats.org/officeDocument/2006/relationships/slide" Target="/ppt/slides/slide7.xml" Id="Rfa21a324e5ef4a2c" /><Relationship Type="http://schemas.openxmlformats.org/officeDocument/2006/relationships/slide" Target="/ppt/slides/slide8.xml" Id="R2013d21cd4a44961" /><Relationship Type="http://schemas.openxmlformats.org/officeDocument/2006/relationships/slide" Target="/ppt/slides/slide9.xml" Id="Rc9d10775202641b2" /><Relationship Type="http://schemas.openxmlformats.org/officeDocument/2006/relationships/slide" Target="/ppt/slides/slide10.xml" Id="R3cb864db74ec4021" /><Relationship Type="http://schemas.openxmlformats.org/officeDocument/2006/relationships/slide" Target="/ppt/slides/slide11.xml" Id="R4c7f7eeb56e84875" /><Relationship Type="http://schemas.openxmlformats.org/officeDocument/2006/relationships/slide" Target="/ppt/slides/slide12.xml" Id="R1ef9e847294e41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1975e4650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68c1db91c248d3" /><Relationship Type="http://schemas.openxmlformats.org/officeDocument/2006/relationships/notesMaster" Target="/ppt/notesMasters/notesMaster1.xml" Id="Rd0981c58956f45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f397368514802" /><Relationship Type="http://schemas.openxmlformats.org/officeDocument/2006/relationships/notesMaster" Target="/ppt/notesMasters/notesMaster1.xml" Id="R14efb173768b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2bf1282784c5d" /><Relationship Type="http://schemas.openxmlformats.org/officeDocument/2006/relationships/notesMaster" Target="/ppt/notesMasters/notesMaster1.xml" Id="R06297111a36642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68ffa17064d28" /><Relationship Type="http://schemas.openxmlformats.org/officeDocument/2006/relationships/notesMaster" Target="/ppt/notesMasters/notesMaster1.xml" Id="R2794884825b14e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9fdb54b8804c62" /><Relationship Type="http://schemas.openxmlformats.org/officeDocument/2006/relationships/notesMaster" Target="/ppt/notesMasters/notesMaster1.xml" Id="R05ccabf3c656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785101d6e547ef" /><Relationship Type="http://schemas.openxmlformats.org/officeDocument/2006/relationships/notesMaster" Target="/ppt/notesMasters/notesMaster1.xml" Id="Rb8209662919c42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6aaabf3663416c" /><Relationship Type="http://schemas.openxmlformats.org/officeDocument/2006/relationships/notesMaster" Target="/ppt/notesMasters/notesMaster1.xml" Id="R0a9305eca34143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1ac8a249645bc" /><Relationship Type="http://schemas.openxmlformats.org/officeDocument/2006/relationships/notesMaster" Target="/ppt/notesMasters/notesMaster1.xml" Id="Rf2a0e4562a2e40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458e7327e4b15" /><Relationship Type="http://schemas.openxmlformats.org/officeDocument/2006/relationships/notesMaster" Target="/ppt/notesMasters/notesMaster1.xml" Id="Rc425993cd73140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b842db432f41d1" /><Relationship Type="http://schemas.openxmlformats.org/officeDocument/2006/relationships/notesMaster" Target="/ppt/notesMasters/notesMaster1.xml" Id="R2e770097b23c45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19847ec66847a0" /><Relationship Type="http://schemas.openxmlformats.org/officeDocument/2006/relationships/notesMaster" Target="/ppt/notesMasters/notesMaster1.xml" Id="R6b753672752b4e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23ae71af464ea2" /><Relationship Type="http://schemas.openxmlformats.org/officeDocument/2006/relationships/notesMaster" Target="/ppt/notesMasters/notesMaster1.xml" Id="R869df5bf0169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開場先說明研究問題：用同一個 DenseNet 版本與 CIFAR-10+ 設定，從頭訓練三次，看看結果能不能接近原論文。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docs/final_reproduction_report.md</a:t>
            </a:r>
          </a:p>
          <a:p xmlns:a="http://schemas.openxmlformats.org/drawingml/2006/main">
            <a:r>
              <a:t>- docs/1608.06993v5.pdf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先把最後答案講清楚：我們的平均錯誤率是 4.69%，論文是 4.51%。差距很小，但不能把兩個數字說成完全一樣。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evidence/phase6_aggregate_verification_2026-08-28.json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DenseNet 的核心很直覺：後面的層不用重新學前面已經找到的特徵，而是可以直接拿來用。這裡的『新增 12』就是每一層只增加 12 個新特徵。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p.3, Eq. (2)</a:t>
            </a:r>
          </a:p>
          <a:p xmlns:a="http://schemas.openxmlformats.org/drawingml/2006/main">
            <a:r>
              <a:t>- docs/reproduction_spec.md, Section 4.1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兩者都想讓深層網路更好訓練，但合併資訊的方法不同。ResNet 用相加；DenseNet 把舊特徵分開保留，再一路傳給後面的層。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Sections 2-3</a:t>
            </a:r>
          </a:p>
          <a:p xmlns:a="http://schemas.openxmlformats.org/drawingml/2006/main">
            <a:r>
              <a:t>- docs/reproduction_spec.md, Section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這個模型雖然有 100 層，但每層只新增少量特徵；兩個轉場又會把資訊量減半，所以參數量大約只有 77 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p.4</a:t>
            </a:r>
          </a:p>
          <a:p xmlns:a="http://schemas.openxmlformats.org/drawingml/2006/main">
            <a:r>
              <a:t>- docs/reproduction_spec.md, Sections 4.2-4.5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公平比較最重要的是：不要看到結果後再改規則。模型、資料、訓練方式、三個 seed、測試次數和平均方式都先固定。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config/formal_config.json</a:t>
            </a:r>
          </a:p>
          <a:p xmlns:a="http://schemas.openxmlformats.org/drawingml/2006/main">
            <a:r>
              <a:t>- evidence/phase6_ledger_performance_corrective_manifest_candidate.json</a:t>
            </a:r>
          </a:p>
          <a:p xmlns:a="http://schemas.openxmlformats.org/drawingml/2006/main">
            <a:r>
              <a:t>- docs/reproduction_spec.md, Sections 5-8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我們先把三次訓練全部完成並檢查，才第一次讀取測試資料。每個模型只測一次，避免用測試結果反過來挑模型。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evidence/formal_decisions/d046_phase6_entry_v3.json</a:t>
            </a:r>
          </a:p>
          <a:p xmlns:a="http://schemas.openxmlformats.org/drawingml/2006/main">
            <a:r>
              <a:t>- src/densenet_reproduction/formal_evaluation.py</a:t>
            </a:r>
          </a:p>
          <a:p xmlns:a="http://schemas.openxmlformats.org/drawingml/2006/main">
            <a:r>
              <a:t>- docs/final_evidence_index.md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三次訓練的工作量完全相同：每次更新 234,600 次、保存 300 個 checkpoint，最後各測一次 10,000 張測試圖片。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evidence/phase6_seed1_completion_verification_2026-08-26.json</a:t>
            </a:r>
          </a:p>
          <a:p xmlns:a="http://schemas.openxmlformats.org/drawingml/2006/main">
            <a:r>
              <a:t>- evidence/phase6_seed2_completion_verification_2026-08-27.json</a:t>
            </a:r>
          </a:p>
          <a:p xmlns:a="http://schemas.openxmlformats.org/drawingml/2006/main">
            <a:r>
              <a:t>- evidence/phase6_seed3_completion_verification_2026-08-28.json</a:t>
            </a:r>
          </a:p>
          <a:p xmlns:a="http://schemas.openxmlformats.org/drawingml/2006/main">
            <a:r>
              <a:t>- evidence/phase6_seed1_final_test_verification_2026-08-28.json</a:t>
            </a:r>
          </a:p>
          <a:p xmlns:a="http://schemas.openxmlformats.org/drawingml/2006/main">
            <a:r>
              <a:t>- evidence/phase6_seed2_final_test_verification_2026-08-28.json</a:t>
            </a:r>
          </a:p>
          <a:p xmlns:a="http://schemas.openxmlformats.org/drawingml/2006/main">
            <a:r>
              <a:t>- evidence/phase6_seed3_final_test_verification_2026-08-28.json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三次錯誤率分別是 4.66%、4.61% 和 4.81%。它們彼此很接近；按照事先固定的規則，代表值是三次平均 4.69%。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evidence/phase6_aggregate_verification_2026-08-28.json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原論文表格中的目標數字是 4.51%。我們比它高 0.18 個百分點。因為論文沒有公開多次訓練的細節，所以只能說數值接近，不能證明統計上完全相同。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docs/reproduction_spec.md, Sections 2-3 and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三個工程問題都有留下證據。最重要的是，最終三次正式訓練是在問題修正後全部從 epoch 1 重新開始，因此沒有把失敗執行混入結果。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docs/decision_log.md, D-028, D-039, D-043-D-046</a:t>
            </a:r>
          </a:p>
          <a:p xmlns:a="http://schemas.openxmlformats.org/drawingml/2006/main">
            <a:r>
              <a:t>- docs/final_reproduction_report.md, Section 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最後用一句話收尾：這次重現成功得到接近論文的結果，而且每一步都可查；但我們仍誠實保留 0.18 個百分點的差距。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docs/final_reproduction_report.md</a:t>
            </a:r>
          </a:p>
          <a:p xmlns:a="http://schemas.openxmlformats.org/drawingml/2006/main">
            <a:r>
              <a:t>- docs/professor_defense_qa.md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eba38166a42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4a5d85173c4669" /><Relationship Type="http://schemas.openxmlformats.org/officeDocument/2006/relationships/slideLayout" Target="/ppt/slideLayouts/slideLayout1.xml" Id="Rda52b7887ca84c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2b7887ca84c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5e4fdf6804915" /><Relationship Type="http://schemas.openxmlformats.org/officeDocument/2006/relationships/notesSlide" Target="/ppt/notesSlides/notesSlide1.xml" Id="R62f0c70cc9d9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c317a7a044d60" /><Relationship Type="http://schemas.openxmlformats.org/officeDocument/2006/relationships/notesSlide" Target="/ppt/notesSlides/notesSlide2.xml" Id="Rf582655d170e4a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695a0ca2d4b64" /><Relationship Type="http://schemas.openxmlformats.org/officeDocument/2006/relationships/notesSlide" Target="/ppt/notesSlides/notesSlide3.xml" Id="R5c54fed66d72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7bdaabae4719" /><Relationship Type="http://schemas.openxmlformats.org/officeDocument/2006/relationships/notesSlide" Target="/ppt/notesSlides/notesSlide4.xml" Id="Rbf79000082b4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d20184cf4faf" /><Relationship Type="http://schemas.openxmlformats.org/officeDocument/2006/relationships/notesSlide" Target="/ppt/notesSlides/notesSlide5.xml" Id="Rd1740f1e2dcd4c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7762b5cd54dde" /><Relationship Type="http://schemas.openxmlformats.org/officeDocument/2006/relationships/notesSlide" Target="/ppt/notesSlides/notesSlide6.xml" Id="R85593150ad964b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d071b0b4f4975" /><Relationship Type="http://schemas.openxmlformats.org/officeDocument/2006/relationships/notesSlide" Target="/ppt/notesSlides/notesSlide7.xml" Id="R2c181cbbda374d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38d62aca249c0" /><Relationship Type="http://schemas.openxmlformats.org/officeDocument/2006/relationships/notesSlide" Target="/ppt/notesSlides/notesSlide8.xml" Id="R0b5a7822775548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805bee01c494e" /><Relationship Type="http://schemas.openxmlformats.org/officeDocument/2006/relationships/chart" Target="/ppt/slides/charts/chart1.xml" Id="R54cdb853e8ab465b" /><Relationship Type="http://schemas.openxmlformats.org/officeDocument/2006/relationships/notesSlide" Target="/ppt/notesSlides/notesSlide9.xml" Id="Rb4631809ca2e44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badfb30bc45cd" /><Relationship Type="http://schemas.openxmlformats.org/officeDocument/2006/relationships/image" Target="/ppt/media/image.png" Id="R03b763615a364092" /><Relationship Type="http://schemas.openxmlformats.org/officeDocument/2006/relationships/notesSlide" Target="/ppt/notesSlides/notesSlide10.xml" Id="Rafb16ae29e5741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6e72eabfe4c1d" /><Relationship Type="http://schemas.openxmlformats.org/officeDocument/2006/relationships/notesSlide" Target="/ppt/notesSlides/notesSlide11.xml" Id="R0e29d9d5a3ff4d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025b90a784fcc" /><Relationship Type="http://schemas.openxmlformats.org/officeDocument/2006/relationships/notesSlide" Target="/ppt/notesSlides/notesSlide12.xml" Id="R2f14ab027a014c2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錯誤率 (%)</c:v>
          </c:tx>
          <c:spPr>
            <a:solidFill xmlns:a="http://schemas.openxmlformats.org/drawingml/2006/main">
              <a:srgbClr val="6DCBF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111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5"/>
              <c:pt idx="0">
                <c:v>論文</c:v>
              </c:pt>
              <c:pt idx="1">
                <c:v>第 1 次</c:v>
              </c:pt>
              <c:pt idx="2">
                <c:v>第 2 次</c:v>
              </c:pt>
              <c:pt idx="3">
                <c:v>第 3 次</c:v>
              </c:pt>
              <c:pt idx="4">
                <c:v>平均</c:v>
              </c:pt>
            </c:strLit>
          </c:cat>
          <c:val>
            <c:numLit>
              <c:formatCode>0.00</c:formatCode>
              <c:ptCount val="5"/>
              <c:pt idx="0">
                <c:v>4.51</c:v>
              </c:pt>
              <c:pt idx="1">
                <c:v>4.66</c:v>
              </c:pt>
              <c:pt idx="2">
                <c:v>4.61</c:v>
              </c:pt>
              <c:pt idx="3">
                <c:v>4.81</c:v>
              </c:pt>
              <c:pt idx="4">
                <c:v>4.693333333333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4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F6368"/>
                    </a:solidFill>
                  </a:rPr>
                  <a:t>錯誤率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F6368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4F39E-A65D-413F-B761-6BB0FB7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論文重現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A5500-5335-4B7C-B1C4-21AD653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DenseNet-BC-100-12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CIFAR-10+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A19A5-F1EE-47E2-B085-A6FA0E9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把論文方法重新做一次，看看結果能不能接近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9920-59E5-411C-9EAD-47B7B2D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我們：4.69% 錯誤率　｜　論文：4.51%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1CCCA-90C8-496B-AE0E-620263D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8130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5236-2CF7-4A69-BE19-D49CB1F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論文重現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E2A99-1C39-4A64-A753-A878773C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先講結論：結果很接近，但不是完全一樣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992CA-5C13-45EA-8EFC-929F60A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4C784-7400-4CFE-9BA3-9F846C6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00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45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4.69%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D7BC2-0089-456B-B7C5-38E770B2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我們做三次訓練後的平均錯誤率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810250" y="1790700"/>
            <a:ext cx="0" cy="3600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C976C-6117-4456-B48B-021D3D7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論文：4.51%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D6236-A7C9-45A8-9D94-EE72C4C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+0.18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A08C1-E7CC-4564-9DE5-EA56729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也就是多 0.18 個百分點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三次都完整報告，沒有只挑最好的一次</a:t>
            </a:r>
          </a:p>
        </p:txBody>
      </p:sp>
    </p:spTree>
    <p:extLst>
      <p:ext uri="{BB962C8B-B14F-4D97-AF65-F5344CB8AC3E}">
        <p14:creationId xmlns:p14="http://schemas.microsoft.com/office/powerpoint/2010/main" val="509927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72BB7-CF9A-4B5C-9235-B4ABFDA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怎麼運作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589BC-6773-4E23-9905-8A1187C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每一層都能直接使用前面累積的資訊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75261-D81F-4E8B-9583-2DD7062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667000" y="2305050"/>
            <a:ext cx="2238375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2667000" y="3238500"/>
            <a:ext cx="22383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2667000" y="4171950"/>
            <a:ext cx="22383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6381750" y="4381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9191625" y="4381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ABF0-E9AB-4569-A84F-87D8159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64AE-B02D-4BFB-9F62-120CAA39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早期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23A72-37CA-4E63-935F-2F4CD0C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6EB90-1D1A-47E8-A994-7D2991B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中間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A5848-4D5C-4CA2-A642-3817846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4A6D2-7831-4026-922D-699F7D0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新資訊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E2439-7838-4962-A594-09C627F2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86200"/>
            <a:ext cx="1476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9A00E-6A1C-437F-BB94-A8923FE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86200"/>
            <a:ext cx="147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全部合併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83072-EDE7-4C89-83C9-F9E8E93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112EE-7C19-48EB-8541-A06ED0B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133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新一層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A5F6F-FC8C-4551-BB51-9955A5E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104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B650F-950D-4705-94C7-32A6000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104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新增 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6234F-505D-46B9-A78D-3C1AAF3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把前面所有特徵放在一起，再交給下一層處理</a:t>
            </a:r>
          </a:p>
        </p:txBody>
      </p:sp>
    </p:spTree>
    <p:extLst>
      <p:ext uri="{BB962C8B-B14F-4D97-AF65-F5344CB8AC3E}">
        <p14:creationId xmlns:p14="http://schemas.microsoft.com/office/powerpoint/2010/main" val="2053418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97B87-4062-4B5D-9463-9F495E5F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跟 RESNET 的差別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A4920-6C67-4649-9F71-F498C38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ResNet 把資訊相加；DenseNet 把資訊保留下來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E6DD4-D560-492B-87D2-BB55D2B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096000" y="1695450"/>
            <a:ext cx="0" cy="394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53566-F038-46A1-8130-75694FE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ResNet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E69E-10FE-4A26-B586-3F8AB49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把舊資訊和新資訊相加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90283-F729-411F-BACE-2FC1660D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像在原答案上做修正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合併後大小通常不變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資訊會混在一起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8BF35-6FC4-4195-8E19-DCB96F6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DenseNet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A801-63E5-4530-8651-4A5D3BB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把之前的資訊全部保留下來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BC0EB-B171-4DB9-81FC-FDF13AC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後面每層都能直接重用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每層再新增少量資訊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需要壓縮來控制記憶體</a:t>
            </a:r>
          </a:p>
        </p:txBody>
      </p:sp>
    </p:spTree>
    <p:extLst>
      <p:ext uri="{BB962C8B-B14F-4D97-AF65-F5344CB8AC3E}">
        <p14:creationId xmlns:p14="http://schemas.microsoft.com/office/powerpoint/2010/main" val="1690129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228BE-DFF6-4683-90B1-F4A2541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我們重現的模型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A99F-99D7-4298-ACB6-CF096D5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100 層不代表一定很大：它會邊成長、邊壓縮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87396-2094-4C77-989C-1C20355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8669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36195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53721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71247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88773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DBA8A-E419-41EC-863F-B2C7958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9D9E-35BE-4D1B-ADF6-D540F30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EC641-431E-4093-9219-AD9585DD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4A631-3056-4D44-9A7B-1013614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AF580-A37D-47A8-BE30-7D23C8D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6D2C3-5EBE-451C-9EFE-7A0F0D4E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主要區塊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B182F-3955-4BAE-8570-A7D026F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901C1-6E72-406E-9253-89EBF8FA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8DD78-5E91-4EC2-BD84-993D6D0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壓縮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0D13F-6CAA-42DB-BC11-2085964D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74B1B-514B-44E8-9705-620BE794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D2DCB-C261-49BB-BA89-B8A855A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主要區塊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E9C6F-E4EF-4846-B79A-5AEBAEB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A3022-43B6-49D8-8AC4-0C1B3146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DDB54-3CCC-44E2-9EAE-4AE5B5B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壓縮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1CCE6-6065-4145-A5F7-D9A26D9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ED8BB-9BCB-4844-B634-74453EA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64CDD-825E-4F50-A43B-219D15E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主要區塊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688FD-05A7-460C-8379-7EA30542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每一層只新增 12 個特徵；轉場會把資訊量減半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975C5-B8E9-49D9-BD21-47272DF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三個主要區塊・約 77 萬個參數</a:t>
            </a:r>
          </a:p>
        </p:txBody>
      </p:sp>
    </p:spTree>
    <p:extLst>
      <p:ext uri="{BB962C8B-B14F-4D97-AF65-F5344CB8AC3E}">
        <p14:creationId xmlns:p14="http://schemas.microsoft.com/office/powerpoint/2010/main" val="1356934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93512-8917-4250-B57E-88143368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我們怎麼確保比較公平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7A025-9FBD-476E-A743-B84A074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所有訓練規則都在看到結果前先固定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2F036-0FCA-4AE7-BA86-B8CFB11E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04288"/>
                <a:gridCol w="3401568"/>
                <a:gridCol w="5266944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先固定什麼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我們的做法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DenseNet-BC-100-12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對準論文同一列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資料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CIFAR-10+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使用相同增強方式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訓練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FP32・batch 64・300 epochs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結果出來後不能改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重複次數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 次，seed 事先決定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避免只看一次運氣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測試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全部訓練完後，各測一次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不讓測試結果影響訓練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最後報告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三次取平均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不挑最好的一次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430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12266-131C-4E15-A0DF-8618D28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從訓練到測試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C625E-355E-4582-9CE1-035A9C0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先完成三次訓練，最後才看測試結果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82590-E140-4C76-B8D9-35E5A52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66750" y="31432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9F270-CEC6-48CA-98C2-BC4F9EF1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40B30-F1AD-4988-92E1-3C45278D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第一步：訓練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DD0B8-492F-4537-A6D6-6AE5451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 seeds 依序跑完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DABBB-F703-4C94-9DB4-B379669D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每次 300 epochs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每次都從頭開始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570C3-2E51-4BAD-8501-B50EE75A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24B4C-4DB2-4F8C-B0FC-9A4BA4F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第二步：檢查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FC477-DB34-4CD7-B5A4-663E495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確認三次都完整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2EDC2-1455-4DA4-9926-5F8443A4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每次保留 300 個 checkpoints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沒有未完成紀錄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BC984-0368-4467-8CA7-521D57D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7C9C1-FDDF-44E1-B5B2-E179FDF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第三步：測試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0B012-9EB8-48E1-B2D9-ACFB453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每次只測一次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FCA4C-7C5F-4FB2-A34B-DE335A5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三次結果全部報告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最後再取平均</a:t>
            </a:r>
          </a:p>
        </p:txBody>
      </p:sp>
    </p:spTree>
    <p:extLst>
      <p:ext uri="{BB962C8B-B14F-4D97-AF65-F5344CB8AC3E}">
        <p14:creationId xmlns:p14="http://schemas.microsoft.com/office/powerpoint/2010/main" val="1632784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D2B36-5073-44F7-83FC-E1C0192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三次訓練的完整性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7DCF-6B8B-4E4C-97E8-A013BFAB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三次訓練都做了完全相同的工作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91C9F-C80C-45A4-80EB-67B6379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3D93E-1E86-4150-9C83-CFB9B9C9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234,600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B4C4-6ECE-4325-BD1F-186EB98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次模型更新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47EF8-5A2C-42C6-9E25-6B686BD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每次都有開始與完成紀錄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未完成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231D9-DBE2-49AB-8E13-1972AAF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0C517-07F3-4819-8580-50B2F92A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個訓練存檔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749B0-3798-44A0-9458-550C7C5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每個 epoch 都保存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可以逐一檢查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7F62C-DA21-478A-B5CD-C63E2A35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0BF63-1FF1-4840-8CE9-B8308679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次最終測試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ACF5-1D1B-4632-8AF2-74E5FC60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測完 10,000 張圖片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沒有重複嘗試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210050" y="2095500"/>
            <a:ext cx="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8067675" y="2095500"/>
            <a:ext cx="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92889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06253-15C7-495F-AB4B-5C12AB1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正式結果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0AC57-1FA0-4228-BC1F-E5ED262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三次結果都很接近，平均錯誤率是 4.69%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0E9A-5DC4-44AC-9CA1-13A15C2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95300" y="1619250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cdb853e8ab465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6DB30-CAFE-4395-97A8-14EA25A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9526D-1C0D-4719-B082-A070331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4.69%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A354-1CE6-45D0-9876-CF5D533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三次平均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F5525-CC1E-4B01-B5CB-53919E5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三次差距不大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最高與最低差 0.20 個百分點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CFF52-3955-424C-984E-631FC1F3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沒有只拿最低的 4.61% 當成結果</a:t>
            </a:r>
          </a:p>
        </p:txBody>
      </p:sp>
    </p:spTree>
    <p:extLst>
      <p:ext uri="{BB962C8B-B14F-4D97-AF65-F5344CB8AC3E}">
        <p14:creationId xmlns:p14="http://schemas.microsoft.com/office/powerpoint/2010/main" val="303202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32BB3-FF68-44E3-8991-3632BBD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跟原論文比較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6C42B-CBEB-42AC-B30C-7D807FB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論文是 4.51%；我們平均多 0.18 個百分點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81650-7D53-48C7-8571-EE8BB347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763615a364092"/>
          <a:srcRect xmlns:a="http://schemas.openxmlformats.org/drawingml/2006/main" l="0" t="28424" r="0" b="28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19250"/>
            <a:ext cx="73342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66EEF-C0AD-48FD-898B-AAC757E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401D2-8198-4884-942B-CBD81A7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+0.18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C54B4-B2E3-4286-9FB0-17F73AC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也就是多 0.18 個百分點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F168-BB35-4134-89F2-11AE095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論文沒有公開：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使用哪些 seed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獨立訓練幾次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結果如何彙整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確切的 cuDNN 版本</a:t>
            </a:r>
          </a:p>
        </p:txBody>
      </p:sp>
    </p:spTree>
    <p:extLst>
      <p:ext uri="{BB962C8B-B14F-4D97-AF65-F5344CB8AC3E}">
        <p14:creationId xmlns:p14="http://schemas.microsoft.com/office/powerpoint/2010/main" val="281646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6D23F-6105-4D2C-B9DF-54DA684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途中遇到的問題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F4C46-68C1-44E7-97AE-0191260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問題確實發生過，但都在正式結果前處理完成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B776-56F4-4AEF-80E3-2ED08435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66750" y="31432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D07AC-3564-4F70-ACC7-EBD9795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2E15F-E526-43D9-8496-143BEE72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資料夾權限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4A157-BD79-435C-A000-8589FB8F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開始訓練前就被攔下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2442F-B0D2-4818-9E20-BA4597ED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沒有任何訓練步驟發生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補上帳戶與讀取檢查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EA2F4-C69F-47D6-BC53-4F9FEEFA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AD4CE-F48F-41CB-AF85-5EA579A9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訓練意外停止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EDB76-5AE7-412C-985F-227D6E6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從上一個完整 epoch 重跑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3C781-63F6-4E41-ADDE-2E46EFFB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原因誠實標成未知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舊紀錄全部保留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4213A-40E9-4AF5-87A3-49766C8A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CF247-7AC0-4A01-978B-81EF375F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記錄方式太慢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45664-07EF-4DFA-BA4B-6E3C7CF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舊執行永久停用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25D6D-A3BD-4E75-81FF-02BACC4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修正記錄效能後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三次正式訓練都從頭開始</a:t>
            </a:r>
          </a:p>
        </p:txBody>
      </p:sp>
    </p:spTree>
    <p:extLst>
      <p:ext uri="{BB962C8B-B14F-4D97-AF65-F5344CB8AC3E}">
        <p14:creationId xmlns:p14="http://schemas.microsoft.com/office/powerpoint/2010/main" val="616375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1A46D-3F1D-4290-B2FB-AE0492A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最後結論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B9838-1722-4839-A51F-3C870AD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我們成功重現出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接近論文的結果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3EDBA-D286-4CC3-A8E0-E8456DB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4.69% 對 4.51%：接近，但不說成完全一樣。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3AEAB-6BFD-4049-9BB2-7D4E259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三次結果都完整保留，沒有事後調整或挑選。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9528E-5C12-43CC-9B3B-D54F77C5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037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2026-08-29T05:30:22.6260000Z</dcterms:created>
  <dcterms:modified xsi:type="dcterms:W3CDTF">2026-08-29T05:30:22.6260000Z</dcterms:modified>
</coreProperties>
</file>